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02857-2426-4EA9-DD2B-F2A42C63E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AC8021-01F9-7CA0-A6F2-36DE3AC46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3FE1AD9-40EC-6AC0-662C-DFC0C95A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F6279CD-CA13-0C11-2E4C-B38903EE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AB645EA-DF53-113B-B99D-CA2CF28E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68511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974A3-F1A1-A7A0-DBB5-E2CCBB8E3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3E55C84-26B2-0F78-9640-0C1EFBE0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FE443FB-604B-295C-861C-0D332EC2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5163D69-1C3F-9803-8B50-054253BA2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E8C9C4D-95AA-7417-F986-2224BDA1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6547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4D522-A191-CE59-7E11-695D7593F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765FC6C-4B78-D17D-DCF3-B78A1A4DF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F575886-D603-9399-56C8-5297546C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19894FE-ED10-3823-7D8B-34ECBE32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1D301DB-D9DC-F3A7-014C-80950068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87389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081A9-9936-B2DB-B9C8-7684F02FC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0D10907-10DD-8DC4-A1D0-B7BFD139F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377D729-ECC1-FE02-471C-6F6868019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7C98D81-DBED-73BD-01D7-154CD357E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081EFBD-C8B6-1FF2-9841-F08261FF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34A653F-3A5A-65E8-D8B9-A4929609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29015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2609-9921-1BE1-67E7-A82DA687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AA71D67-C08C-7852-E02E-8380833DB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E9FB8C0-7316-D499-DDEB-78BEAE538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29DFFF6-D8B3-8A7A-1D28-CFF166D52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24835123-DD16-8E8C-017D-E92F79664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F59E3FD-87C3-62CE-764E-9E888268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2011B52-C351-910D-EDDE-E2D2F062B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C2C94EC-D573-7919-FDAF-39F70A9E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2509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79B17-B664-5864-9CC1-DA975399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8602AC0-DE67-712A-A702-E12FD6DC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2F8DAD9-B14C-9887-B0F4-023A8FDF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A43BB7D-86BE-7866-94B6-B614F6A1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7593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782EF722-1D1C-30D9-6C8C-E13AA069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23964A94-C197-0972-2581-BE23A4DF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0049142-2B7B-371E-41C9-4B879100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48410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8AF65-8157-C5A4-C60E-74A7FC55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25D7E8A-01DD-F08F-64F8-772D92958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78EA0F1-AEC2-23F9-541B-F408B9827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EC70664-B0CD-12CB-8ED1-8884A68B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DEA32CA-C585-688E-9B68-BAE7E8B1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8BD2484-4225-B878-9DB1-8055B4E1B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75936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5A847-D483-A3F9-3E37-C9D21EC7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E37C0A42-2854-F8C2-693C-AA6D84972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2EB4C9A-63A2-557F-371A-4D222D66C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B568F64-8749-CD68-BB1B-602FEEDE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9378379-E0D4-9406-13A8-7EE28175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DC3F97E-90BF-965F-3884-A4033E72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84039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32D06-BBCA-ADB5-2C76-2AF4DD16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47C4ABF-568B-6310-9D1F-B7BA75CAF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A0A27C0-0D14-A0E6-D0D0-018D37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830D8D9-E70B-D36E-2063-CD293F0E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A6F2D9D-B52B-7FE9-5CDC-7F1B58FC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6506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CC378A-2F48-F507-1C2A-73B016486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D3426BE-A23C-157C-F41A-7C00546AE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99FFF33-6406-6473-7710-EE8FE93A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C5D72A8-A25D-DC0E-3410-09673CB8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6025056-B5E8-7934-7C41-FC1ACEF4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9428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7D392A4-8645-2B30-EE20-EF180A60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F9764E8-5D1B-5C4D-6F7B-74EF39C68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E0006DA-1072-C69C-A6CF-EDC0658FB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E16F3-35ED-4701-A0C6-EC635E31B722}" type="datetimeFigureOut">
              <a:rPr lang="pt-PT" smtClean="0"/>
              <a:t>23/03/2026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57873F-B5C2-6D56-1160-1C7519EE9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456FC0C-C9FC-C8D1-9286-56A904597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22779-F055-4CB7-A47F-D800675934A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153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Click="0">
        <p15:prstTrans prst="origami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50000"/>
                <a:lumOff val="50000"/>
              </a:schemeClr>
            </a:gs>
            <a:gs pos="20000">
              <a:schemeClr val="tx2">
                <a:lumMod val="50000"/>
                <a:lumOff val="50000"/>
              </a:schemeClr>
            </a:gs>
            <a:gs pos="74000">
              <a:schemeClr val="tx2">
                <a:lumMod val="75000"/>
                <a:lumOff val="25000"/>
              </a:schemeClr>
            </a:gs>
            <a:gs pos="100000">
              <a:srgbClr val="C00000">
                <a:alpha val="86000"/>
                <a:lumMod val="88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ção de Conteúdo 7">
            <a:extLst>
              <a:ext uri="{FF2B5EF4-FFF2-40B4-BE49-F238E27FC236}">
                <a16:creationId xmlns:a16="http://schemas.microsoft.com/office/drawing/2014/main" id="{3E315A50-91FF-913F-8E24-A1638A3976F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969940" y="1951877"/>
            <a:ext cx="5275263" cy="3600450"/>
          </a:xfrm>
        </p:spPr>
      </p:pic>
      <p:sp>
        <p:nvSpPr>
          <p:cNvPr id="6" name="Pergaminho: Horizontal 5">
            <a:extLst>
              <a:ext uri="{FF2B5EF4-FFF2-40B4-BE49-F238E27FC236}">
                <a16:creationId xmlns:a16="http://schemas.microsoft.com/office/drawing/2014/main" id="{7F0A0650-E0B9-1851-7571-AC08DBAA3961}"/>
              </a:ext>
            </a:extLst>
          </p:cNvPr>
          <p:cNvSpPr/>
          <p:nvPr/>
        </p:nvSpPr>
        <p:spPr>
          <a:xfrm>
            <a:off x="2429772" y="231370"/>
            <a:ext cx="6671095" cy="1593072"/>
          </a:xfrm>
          <a:prstGeom prst="horizontalScroll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800" dirty="0">
                <a:latin typeface="Century" panose="02040604050505020304" pitchFamily="18" charset="0"/>
                <a:ea typeface="Cambria" panose="02040503050406030204" pitchFamily="18" charset="0"/>
              </a:rPr>
              <a:t>🍪 </a:t>
            </a:r>
            <a:r>
              <a:rPr lang="pt-PT" sz="4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entury" panose="02040604050505020304" pitchFamily="18" charset="0"/>
                <a:ea typeface="Cambria" panose="02040503050406030204" pitchFamily="18" charset="0"/>
              </a:rPr>
              <a:t>Romany Creams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3F8CF72-6B5C-252C-E14D-8A35AB34A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80" y="2265563"/>
            <a:ext cx="1767664" cy="212647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91FE78B-C76F-B258-9DCC-1FC1E5E4F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147" y="5155426"/>
            <a:ext cx="2366256" cy="1337449"/>
          </a:xfrm>
          <a:prstGeom prst="rect">
            <a:avLst/>
          </a:prstGeom>
          <a:scene3d>
            <a:camera prst="orthographicFront">
              <a:rot lat="0" lon="21299999" rev="0"/>
            </a:camera>
            <a:lightRig rig="threePt" dir="t"/>
          </a:scene3d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D45560D-0BF5-23EA-8EE8-BF33887DE909}"/>
              </a:ext>
            </a:extLst>
          </p:cNvPr>
          <p:cNvSpPr/>
          <p:nvPr/>
        </p:nvSpPr>
        <p:spPr>
          <a:xfrm>
            <a:off x="8784303" y="2128866"/>
            <a:ext cx="2569498" cy="14856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accent2">
                    <a:lumMod val="60000"/>
                    <a:lumOff val="40000"/>
                  </a:schemeClr>
                </a:solidFill>
                <a:latin typeface="Century" panose="02040604050505020304" pitchFamily="18" charset="0"/>
              </a:rPr>
              <a:t>O sabor irresistível de chocolate e coco em cada mordida</a:t>
            </a:r>
            <a:r>
              <a:rPr lang="pt-PT" dirty="0">
                <a:latin typeface="Corbel Light" panose="020B0303020204020204" pitchFamily="34" charset="0"/>
              </a:rPr>
              <a:t>.</a:t>
            </a:r>
          </a:p>
        </p:txBody>
      </p:sp>
      <p:sp>
        <p:nvSpPr>
          <p:cNvPr id="15" name="Pergaminho: Vertical 14">
            <a:extLst>
              <a:ext uri="{FF2B5EF4-FFF2-40B4-BE49-F238E27FC236}">
                <a16:creationId xmlns:a16="http://schemas.microsoft.com/office/drawing/2014/main" id="{3F25ED6E-1B86-E3F6-E4DE-804499D414D8}"/>
              </a:ext>
            </a:extLst>
          </p:cNvPr>
          <p:cNvSpPr/>
          <p:nvPr/>
        </p:nvSpPr>
        <p:spPr>
          <a:xfrm>
            <a:off x="9100867" y="4321835"/>
            <a:ext cx="2139352" cy="2104844"/>
          </a:xfrm>
          <a:prstGeom prst="verticalScroll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</a:rPr>
              <a:t>Uma experiência doce que conquista qualquer momento.</a:t>
            </a:r>
          </a:p>
        </p:txBody>
      </p:sp>
    </p:spTree>
    <p:extLst>
      <p:ext uri="{BB962C8B-B14F-4D97-AF65-F5344CB8AC3E}">
        <p14:creationId xmlns:p14="http://schemas.microsoft.com/office/powerpoint/2010/main" val="1678257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 advClick="0" advTm="6000">
        <p15:prstTrans prst="origami"/>
        <p:sndAc>
          <p:stSnd>
            <p:snd r:embed="rId2" name="voltage.wav"/>
          </p:stSnd>
        </p:sndAc>
      </p:transition>
    </mc:Choice>
    <mc:Fallback xmlns="">
      <p:transition spd="slow" advClick="0" advTm="6000">
        <p:fade/>
        <p:sndAc>
          <p:stSnd>
            <p:snd r:embed="rId6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9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70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tmFilter="0, 0; 0.125,0.2665; 0.25,0.4; 0.375,0.465; 0.5,0.5;  0.625,0.535; 0.75,0.6; 0.875,0.7335; 1,1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tmFilter="0, 0; 0.125,0.2665; 0.25,0.4; 0.375,0.465; 0.5,0.5;  0.625,0.535; 0.75,0.6; 0.875,0.7335; 1,1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" tmFilter="0, 0; 0.125,0.2665; 0.25,0.4; 0.375,0.465; 0.5,0.5;  0.625,0.535; 0.75,0.6; 0.875,0.7335; 1,1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1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" decel="500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" decel="50000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" decel="50000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" decel="50000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50000"/>
                <a:lumOff val="50000"/>
              </a:schemeClr>
            </a:gs>
            <a:gs pos="20000">
              <a:schemeClr val="tx2">
                <a:lumMod val="50000"/>
                <a:lumOff val="50000"/>
              </a:schemeClr>
            </a:gs>
            <a:gs pos="74000">
              <a:schemeClr val="tx2">
                <a:lumMod val="75000"/>
                <a:lumOff val="25000"/>
              </a:schemeClr>
            </a:gs>
            <a:gs pos="100000">
              <a:srgbClr val="C00000">
                <a:alpha val="86000"/>
                <a:lumMod val="88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>
            <a:extLst>
              <a:ext uri="{FF2B5EF4-FFF2-40B4-BE49-F238E27FC236}">
                <a16:creationId xmlns:a16="http://schemas.microsoft.com/office/drawing/2014/main" id="{BF9F52FD-931E-AE92-4689-06ACBA946F9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465827" y="2644775"/>
            <a:ext cx="5524500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Bolachas crocantes de coco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Recheio cremoso de chocolate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Um sabor único e marcante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Perfeito para qualquer hora do dia</a:t>
            </a:r>
          </a:p>
        </p:txBody>
      </p:sp>
      <p:sp>
        <p:nvSpPr>
          <p:cNvPr id="4" name="Ondulado 3">
            <a:extLst>
              <a:ext uri="{FF2B5EF4-FFF2-40B4-BE49-F238E27FC236}">
                <a16:creationId xmlns:a16="http://schemas.microsoft.com/office/drawing/2014/main" id="{2CC55DFA-E6D3-DA2A-96F6-9109DD9FD4FA}"/>
              </a:ext>
            </a:extLst>
          </p:cNvPr>
          <p:cNvSpPr/>
          <p:nvPr/>
        </p:nvSpPr>
        <p:spPr>
          <a:xfrm>
            <a:off x="1726136" y="140021"/>
            <a:ext cx="8961043" cy="1775769"/>
          </a:xfrm>
          <a:prstGeom prst="wave">
            <a:avLst>
              <a:gd name="adj1" fmla="val 12500"/>
              <a:gd name="adj2" fmla="val 123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entury" panose="02040604050505020304" pitchFamily="18" charset="0"/>
              </a:rPr>
              <a:t>Descubra Romany Creams </a:t>
            </a:r>
            <a:r>
              <a:rPr lang="pt-PT" sz="3200" dirty="0"/>
              <a:t>✨</a:t>
            </a:r>
            <a:endParaRPr lang="pt-PT" sz="3200" dirty="0">
              <a:solidFill>
                <a:schemeClr val="accent2">
                  <a:lumMod val="60000"/>
                  <a:lumOff val="40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05BF1D2-1917-90CA-A21D-4E540000D953}"/>
              </a:ext>
            </a:extLst>
          </p:cNvPr>
          <p:cNvSpPr txBox="1"/>
          <p:nvPr/>
        </p:nvSpPr>
        <p:spPr>
          <a:xfrm>
            <a:off x="3614468" y="5538700"/>
            <a:ext cx="7901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mercialScript BT" panose="03030803040807090C04" pitchFamily="66" charset="0"/>
              </a:rPr>
              <a:t>Uma combinação perfeita de crocância e cremosidade</a:t>
            </a:r>
            <a:endParaRPr lang="pt-PT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4539A0C-3A35-9F45-0919-EEF1D0F84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359" y="2076763"/>
            <a:ext cx="2530059" cy="295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6000">
        <p14:gallery dir="l"/>
      </p:transition>
    </mc:Choice>
    <mc:Fallback xmlns=""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4" grpId="0" animBg="1"/>
      <p:bldP spid="14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50000"/>
                <a:lumOff val="50000"/>
              </a:schemeClr>
            </a:gs>
            <a:gs pos="20000">
              <a:schemeClr val="tx2">
                <a:lumMod val="50000"/>
                <a:lumOff val="50000"/>
              </a:schemeClr>
            </a:gs>
            <a:gs pos="74000">
              <a:schemeClr val="tx2">
                <a:lumMod val="75000"/>
                <a:lumOff val="25000"/>
              </a:schemeClr>
            </a:gs>
            <a:gs pos="100000">
              <a:srgbClr val="C00000">
                <a:alpha val="86000"/>
                <a:lumMod val="88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880CE1D-F90E-35A5-42C1-2FDC8B44ED6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0" y="1916113"/>
            <a:ext cx="5122863" cy="397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PT" altLang="pt-PT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Crocante por fora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pt-PT" altLang="pt-PT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PT" altLang="pt-PT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Cremoso por dentro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pt-PT" altLang="pt-PT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PT" altLang="pt-PT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Chocolate delicioso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pt-PT" altLang="pt-PT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PT" altLang="pt-PT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Aroma suave de coco</a:t>
            </a:r>
          </a:p>
        </p:txBody>
      </p:sp>
      <p:sp>
        <p:nvSpPr>
          <p:cNvPr id="4" name="Ondulado 3">
            <a:extLst>
              <a:ext uri="{FF2B5EF4-FFF2-40B4-BE49-F238E27FC236}">
                <a16:creationId xmlns:a16="http://schemas.microsoft.com/office/drawing/2014/main" id="{CEF39C38-EB73-75B6-06F0-1F84B60A437B}"/>
              </a:ext>
            </a:extLst>
          </p:cNvPr>
          <p:cNvSpPr/>
          <p:nvPr/>
        </p:nvSpPr>
        <p:spPr>
          <a:xfrm>
            <a:off x="2976113" y="251244"/>
            <a:ext cx="6239774" cy="1440611"/>
          </a:xfrm>
          <a:prstGeom prst="wave">
            <a:avLst>
              <a:gd name="adj1" fmla="val 12500"/>
              <a:gd name="adj2" fmla="val 371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Century" panose="02040604050505020304" pitchFamily="18" charset="0"/>
              </a:rPr>
              <a:t>Uma explosão de sabor </a:t>
            </a:r>
            <a:r>
              <a:rPr lang="pt-PT" sz="3200" dirty="0">
                <a:effectLst/>
                <a:latin typeface="Century" panose="02040604050505020304" pitchFamily="18" charset="0"/>
              </a:rPr>
              <a:t>🔥</a:t>
            </a:r>
            <a:endParaRPr lang="pt-PT" sz="3200" dirty="0">
              <a:latin typeface="Century" panose="020406040505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CCB1A4-8DFD-F4CB-58AA-6504C88795EA}"/>
              </a:ext>
            </a:extLst>
          </p:cNvPr>
          <p:cNvSpPr txBox="1"/>
          <p:nvPr/>
        </p:nvSpPr>
        <p:spPr>
          <a:xfrm rot="19143513">
            <a:off x="5150795" y="3179089"/>
            <a:ext cx="77122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latin typeface="CommercialScript BT" panose="03030803040807090C04" pitchFamily="66" charset="0"/>
              </a:rPr>
              <a:t>😋 Uma bolacha que transforma qualquer lanche em um momento especial.</a:t>
            </a:r>
          </a:p>
        </p:txBody>
      </p:sp>
    </p:spTree>
    <p:extLst>
      <p:ext uri="{BB962C8B-B14F-4D97-AF65-F5344CB8AC3E}">
        <p14:creationId xmlns:p14="http://schemas.microsoft.com/office/powerpoint/2010/main" val="87633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3000">
        <p14:gallery dir="l"/>
        <p:sndAc>
          <p:stSnd>
            <p:snd r:embed="rId2" name="wind.wav"/>
          </p:stSnd>
        </p:sndAc>
      </p:transition>
    </mc:Choice>
    <mc:Fallback xmlns="">
      <p:transition spd="slow" advClick="0" advTm="3000">
        <p:fade/>
        <p:sndAc>
          <p:stSnd>
            <p:snd r:embed="rId3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50000"/>
                <a:lumOff val="50000"/>
              </a:schemeClr>
            </a:gs>
            <a:gs pos="20000">
              <a:schemeClr val="tx2">
                <a:lumMod val="50000"/>
                <a:lumOff val="50000"/>
              </a:schemeClr>
            </a:gs>
            <a:gs pos="74000">
              <a:schemeClr val="tx2">
                <a:lumMod val="75000"/>
                <a:lumOff val="25000"/>
              </a:schemeClr>
            </a:gs>
            <a:gs pos="100000">
              <a:srgbClr val="C00000">
                <a:alpha val="86000"/>
                <a:lumMod val="88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ulado 1">
            <a:extLst>
              <a:ext uri="{FF2B5EF4-FFF2-40B4-BE49-F238E27FC236}">
                <a16:creationId xmlns:a16="http://schemas.microsoft.com/office/drawing/2014/main" id="{FCBEA94C-833A-B2DA-BECC-A01F69D33619}"/>
              </a:ext>
            </a:extLst>
          </p:cNvPr>
          <p:cNvSpPr/>
          <p:nvPr/>
        </p:nvSpPr>
        <p:spPr>
          <a:xfrm>
            <a:off x="2769237" y="201813"/>
            <a:ext cx="6653525" cy="1596737"/>
          </a:xfrm>
          <a:prstGeom prst="wave">
            <a:avLst>
              <a:gd name="adj1" fmla="val 12500"/>
              <a:gd name="adj2" fmla="val 3162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entury" panose="02040604050505020304" pitchFamily="18" charset="0"/>
              </a:rPr>
              <a:t>Perfeito para qualquer ocasião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CEBDED9-7106-4DE0-3EEB-390EC4325AB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0" y="2297113"/>
            <a:ext cx="7227888" cy="206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Lanche da tarde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Café ou chá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Momentos com amigos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Pequenos momentos de felicidade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F46C536-3475-9F52-1BD7-801178398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890" y="1961862"/>
            <a:ext cx="2934118" cy="320151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924DFD-1A8B-8F1D-31D5-91828B306C4E}"/>
              </a:ext>
            </a:extLst>
          </p:cNvPr>
          <p:cNvSpPr txBox="1"/>
          <p:nvPr/>
        </p:nvSpPr>
        <p:spPr>
          <a:xfrm>
            <a:off x="1727280" y="5656206"/>
            <a:ext cx="84612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800" dirty="0">
                <a:latin typeface="CommercialScript BT" panose="03030803040807090C04" pitchFamily="66" charset="0"/>
              </a:rPr>
              <a:t>☕ Romany Creams: o companheiro perfeito para o seu café.</a:t>
            </a:r>
          </a:p>
        </p:txBody>
      </p:sp>
    </p:spTree>
    <p:extLst>
      <p:ext uri="{BB962C8B-B14F-4D97-AF65-F5344CB8AC3E}">
        <p14:creationId xmlns:p14="http://schemas.microsoft.com/office/powerpoint/2010/main" val="11368047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5000" advClick="0" advTm="6000">
        <p15:prstTrans prst="peelOff"/>
        <p:sndAc>
          <p:stSnd>
            <p:snd r:embed="rId2" name="wind.wav"/>
          </p:stSnd>
        </p:sndAc>
      </p:transition>
    </mc:Choice>
    <mc:Fallback xmlns="">
      <p:transition spd="slow" advClick="0" advTm="6000">
        <p:fade/>
        <p:sndAc>
          <p:stSnd>
            <p:snd r:embed="rId4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50000"/>
                <a:lumOff val="50000"/>
              </a:schemeClr>
            </a:gs>
            <a:gs pos="20000">
              <a:schemeClr val="tx2">
                <a:lumMod val="50000"/>
                <a:lumOff val="50000"/>
              </a:schemeClr>
            </a:gs>
            <a:gs pos="74000">
              <a:schemeClr val="tx2">
                <a:lumMod val="75000"/>
                <a:lumOff val="25000"/>
              </a:schemeClr>
            </a:gs>
            <a:gs pos="100000">
              <a:srgbClr val="C00000">
                <a:alpha val="86000"/>
                <a:lumMod val="88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ndulado 3">
            <a:extLst>
              <a:ext uri="{FF2B5EF4-FFF2-40B4-BE49-F238E27FC236}">
                <a16:creationId xmlns:a16="http://schemas.microsoft.com/office/drawing/2014/main" id="{ED4D4168-0A75-96DF-C86B-3DFE2BE26911}"/>
              </a:ext>
            </a:extLst>
          </p:cNvPr>
          <p:cNvSpPr/>
          <p:nvPr/>
        </p:nvSpPr>
        <p:spPr>
          <a:xfrm>
            <a:off x="2718837" y="87261"/>
            <a:ext cx="6561574" cy="1738364"/>
          </a:xfrm>
          <a:prstGeom prst="wave">
            <a:avLst>
              <a:gd name="adj1" fmla="val 12500"/>
              <a:gd name="adj2" fmla="val 2254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entury" panose="02040604050505020304" pitchFamily="18" charset="0"/>
              </a:rPr>
              <a:t>Mais sabores para amar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7B4A97F-48C3-9693-B0BA-278E11F7B30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0723" y="1890233"/>
            <a:ext cx="413992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Chocolate clássico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Chocolate com menta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Baunilha com chocolate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Outras edições especiais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9CFED5-81AD-173D-37D8-12E1C18E8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782" y="3956325"/>
            <a:ext cx="4364956" cy="263544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9223F25-AD9F-C293-AE7E-5358EF6964AB}"/>
              </a:ext>
            </a:extLst>
          </p:cNvPr>
          <p:cNvSpPr txBox="1"/>
          <p:nvPr/>
        </p:nvSpPr>
        <p:spPr>
          <a:xfrm>
            <a:off x="4587912" y="2905780"/>
            <a:ext cx="7453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800" dirty="0">
                <a:latin typeface="CommercialScript BT" panose="03030803040807090C04" pitchFamily="66" charset="0"/>
              </a:rPr>
              <a:t>✨ Mais sabores, mais prazer, mais Romany Creams.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CDF0D7E-E0D9-EC26-954A-100081A6FCE9}"/>
              </a:ext>
            </a:extLst>
          </p:cNvPr>
          <p:cNvSpPr txBox="1"/>
          <p:nvPr/>
        </p:nvSpPr>
        <p:spPr>
          <a:xfrm>
            <a:off x="6513844" y="622243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>
                <a:latin typeface="BankGothic Lt BT" panose="020B0607020203060204" pitchFamily="34" charset="0"/>
              </a:rPr>
              <a:t>sei que nunca comeste, então compra viu</a:t>
            </a:r>
          </a:p>
        </p:txBody>
      </p:sp>
    </p:spTree>
    <p:extLst>
      <p:ext uri="{BB962C8B-B14F-4D97-AF65-F5344CB8AC3E}">
        <p14:creationId xmlns:p14="http://schemas.microsoft.com/office/powerpoint/2010/main" val="39271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6000">
        <p14:shred/>
        <p:sndAc>
          <p:stSnd>
            <p:snd r:embed="rId2" name="wind.wav"/>
          </p:stSnd>
        </p:sndAc>
      </p:transition>
    </mc:Choice>
    <mc:Fallback xmlns="">
      <p:transition spd="slow" advClick="0" advTm="6000">
        <p:fade/>
        <p:sndAc>
          <p:stSnd>
            <p:snd r:embed="rId4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0.069 0.25 0.125 L 0.25 0.25 E" pathEditMode="relative" ptsTypes="">
                                      <p:cBhvr>
                                        <p:cTn id="48" dur="2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build="allAtOnce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144</Words>
  <Application>Microsoft Office PowerPoint</Application>
  <PresentationFormat>Ecrã Panorâmico</PresentationFormat>
  <Paragraphs>31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4" baseType="lpstr">
      <vt:lpstr>Aptos</vt:lpstr>
      <vt:lpstr>Aptos Display</vt:lpstr>
      <vt:lpstr>Arial</vt:lpstr>
      <vt:lpstr>Artifakt Element Heavy</vt:lpstr>
      <vt:lpstr>BankGothic Lt BT</vt:lpstr>
      <vt:lpstr>Century</vt:lpstr>
      <vt:lpstr>CommercialScript BT</vt:lpstr>
      <vt:lpstr>Corbel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Chamusse E</dc:creator>
  <cp:lastModifiedBy>Chamusse E</cp:lastModifiedBy>
  <cp:revision>3</cp:revision>
  <dcterms:created xsi:type="dcterms:W3CDTF">2026-03-16T21:09:24Z</dcterms:created>
  <dcterms:modified xsi:type="dcterms:W3CDTF">2026-03-22T23:53:14Z</dcterms:modified>
</cp:coreProperties>
</file>